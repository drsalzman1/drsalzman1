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875" autoAdjust="0"/>
    <p:restoredTop sz="94660"/>
  </p:normalViewPr>
  <p:slideViewPr>
    <p:cSldViewPr>
      <p:cViewPr varScale="1">
        <p:scale>
          <a:sx n="96" d="100"/>
          <a:sy n="96" d="100"/>
        </p:scale>
        <p:origin x="304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D0A4-D342-49BA-AE21-7FBDF6102E8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3B6AE-9C5A-4FE2-9C27-B1E279A3F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125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D0A4-D342-49BA-AE21-7FBDF6102E8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3B6AE-9C5A-4FE2-9C27-B1E279A3F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22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D0A4-D342-49BA-AE21-7FBDF6102E8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3B6AE-9C5A-4FE2-9C27-B1E279A3F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3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D0A4-D342-49BA-AE21-7FBDF6102E8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3B6AE-9C5A-4FE2-9C27-B1E279A3F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058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D0A4-D342-49BA-AE21-7FBDF6102E8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3B6AE-9C5A-4FE2-9C27-B1E279A3F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662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D0A4-D342-49BA-AE21-7FBDF6102E8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3B6AE-9C5A-4FE2-9C27-B1E279A3F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57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D0A4-D342-49BA-AE21-7FBDF6102E8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3B6AE-9C5A-4FE2-9C27-B1E279A3F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725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D0A4-D342-49BA-AE21-7FBDF6102E8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3B6AE-9C5A-4FE2-9C27-B1E279A3F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624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D0A4-D342-49BA-AE21-7FBDF6102E8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3B6AE-9C5A-4FE2-9C27-B1E279A3F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40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D0A4-D342-49BA-AE21-7FBDF6102E8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3B6AE-9C5A-4FE2-9C27-B1E279A3F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38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D0A4-D342-49BA-AE21-7FBDF6102E8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3B6AE-9C5A-4FE2-9C27-B1E279A3F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888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C1D0A4-D342-49BA-AE21-7FBDF6102E8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93B6AE-9C5A-4FE2-9C27-B1E279A3F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348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8550ACC-5D65-FC88-DB97-BBE428B1011B}"/>
              </a:ext>
            </a:extLst>
          </p:cNvPr>
          <p:cNvSpPr/>
          <p:nvPr/>
        </p:nvSpPr>
        <p:spPr>
          <a:xfrm>
            <a:off x="2971793" y="1005879"/>
            <a:ext cx="1097280" cy="36576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loadPage</a:t>
            </a: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D3D4CF3-BEDD-B324-6A82-5566FDF8C98B}"/>
              </a:ext>
            </a:extLst>
          </p:cNvPr>
          <p:cNvCxnSpPr>
            <a:cxnSpLocks/>
            <a:stCxn id="136" idx="2"/>
            <a:endCxn id="4" idx="0"/>
          </p:cNvCxnSpPr>
          <p:nvPr/>
        </p:nvCxnSpPr>
        <p:spPr>
          <a:xfrm>
            <a:off x="3520427" y="640123"/>
            <a:ext cx="6" cy="3657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FE93DC5-EB04-90A8-5B0D-0A2E0BDED899}"/>
              </a:ext>
            </a:extLst>
          </p:cNvPr>
          <p:cNvSpPr txBox="1"/>
          <p:nvPr/>
        </p:nvSpPr>
        <p:spPr>
          <a:xfrm>
            <a:off x="3514237" y="731562"/>
            <a:ext cx="7377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loadEvent</a:t>
            </a:r>
            <a:endParaRPr lang="en-US" sz="1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8E669E-A254-803F-5D1F-D32C4B29B765}"/>
              </a:ext>
            </a:extLst>
          </p:cNvPr>
          <p:cNvSpPr/>
          <p:nvPr/>
        </p:nvSpPr>
        <p:spPr>
          <a:xfrm>
            <a:off x="411511" y="1005879"/>
            <a:ext cx="1097280" cy="36576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startPage</a:t>
            </a: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1D5E735-AB92-31DC-2C7A-2584B97FF647}"/>
              </a:ext>
            </a:extLst>
          </p:cNvPr>
          <p:cNvCxnSpPr>
            <a:cxnSpLocks/>
            <a:stCxn id="4" idx="1"/>
            <a:endCxn id="8" idx="3"/>
          </p:cNvCxnSpPr>
          <p:nvPr/>
        </p:nvCxnSpPr>
        <p:spPr>
          <a:xfrm flipH="1">
            <a:off x="1508791" y="1188759"/>
            <a:ext cx="14630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D33A3C7-7AE8-2092-9E43-7AAF4C700A9F}"/>
              </a:ext>
            </a:extLst>
          </p:cNvPr>
          <p:cNvSpPr txBox="1"/>
          <p:nvPr/>
        </p:nvSpPr>
        <p:spPr>
          <a:xfrm>
            <a:off x="1508769" y="942536"/>
            <a:ext cx="14606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startGameButtonEvent</a:t>
            </a:r>
            <a:endParaRPr lang="en-US" sz="1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BC3E05-6C10-30F4-BC6E-B4E49486860B}"/>
              </a:ext>
            </a:extLst>
          </p:cNvPr>
          <p:cNvSpPr/>
          <p:nvPr/>
        </p:nvSpPr>
        <p:spPr>
          <a:xfrm>
            <a:off x="5532085" y="1005876"/>
            <a:ext cx="1097280" cy="36576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joinPage</a:t>
            </a: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D30E193-EFF4-208D-E46B-A9BF592513AE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 flipV="1">
            <a:off x="4069073" y="1188756"/>
            <a:ext cx="1463012" cy="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ECFC0FC-4A0A-7C36-6689-E65E6755FC24}"/>
              </a:ext>
            </a:extLst>
          </p:cNvPr>
          <p:cNvSpPr txBox="1"/>
          <p:nvPr/>
        </p:nvSpPr>
        <p:spPr>
          <a:xfrm>
            <a:off x="4069061" y="942536"/>
            <a:ext cx="14045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joinGameButtonEvent</a:t>
            </a:r>
            <a:endParaRPr 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A220A5-8266-079D-94B4-DC0B6F41C5C0}"/>
              </a:ext>
            </a:extLst>
          </p:cNvPr>
          <p:cNvSpPr txBox="1"/>
          <p:nvPr/>
        </p:nvSpPr>
        <p:spPr>
          <a:xfrm>
            <a:off x="960135" y="1371635"/>
            <a:ext cx="14141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startFormButtonEvent</a:t>
            </a:r>
            <a:endParaRPr 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5F6CCB-AF96-6367-05A0-BE4B8DA06A7C}"/>
              </a:ext>
            </a:extLst>
          </p:cNvPr>
          <p:cNvSpPr txBox="1"/>
          <p:nvPr/>
        </p:nvSpPr>
        <p:spPr>
          <a:xfrm>
            <a:off x="4722655" y="1371635"/>
            <a:ext cx="13580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joinFormButtonEvent</a:t>
            </a:r>
            <a:endParaRPr lang="en-US" sz="10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B47C6C7-FDA1-07EA-4E5B-BC24A9BA2E7E}"/>
              </a:ext>
            </a:extLst>
          </p:cNvPr>
          <p:cNvSpPr/>
          <p:nvPr/>
        </p:nvSpPr>
        <p:spPr>
          <a:xfrm>
            <a:off x="2971793" y="1645948"/>
            <a:ext cx="1097280" cy="36576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gamePage</a:t>
            </a: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BCCE1D7-067F-A56B-200E-2D209408BB58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960147" y="1828828"/>
            <a:ext cx="20116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1880A9C-658C-CB34-F7FD-71D3165453D9}"/>
              </a:ext>
            </a:extLst>
          </p:cNvPr>
          <p:cNvCxnSpPr>
            <a:cxnSpLocks/>
            <a:endCxn id="27" idx="3"/>
          </p:cNvCxnSpPr>
          <p:nvPr/>
        </p:nvCxnSpPr>
        <p:spPr>
          <a:xfrm flipH="1">
            <a:off x="4069073" y="1828828"/>
            <a:ext cx="20116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A073525D-4736-4CCB-CCCC-603DA26EE8FE}"/>
              </a:ext>
            </a:extLst>
          </p:cNvPr>
          <p:cNvSpPr/>
          <p:nvPr/>
        </p:nvSpPr>
        <p:spPr>
          <a:xfrm>
            <a:off x="2971793" y="2286021"/>
            <a:ext cx="1097280" cy="3657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dealt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D73C4D3-6557-A5C3-5A56-BA038CE9E312}"/>
              </a:ext>
            </a:extLst>
          </p:cNvPr>
          <p:cNvCxnSpPr>
            <a:cxnSpLocks/>
            <a:stCxn id="27" idx="2"/>
            <a:endCxn id="36" idx="0"/>
          </p:cNvCxnSpPr>
          <p:nvPr/>
        </p:nvCxnSpPr>
        <p:spPr>
          <a:xfrm>
            <a:off x="3520433" y="2011708"/>
            <a:ext cx="0" cy="274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E90219C-D450-5956-CE42-63C0FC4C6EFB}"/>
              </a:ext>
            </a:extLst>
          </p:cNvPr>
          <p:cNvSpPr txBox="1"/>
          <p:nvPr/>
        </p:nvSpPr>
        <p:spPr>
          <a:xfrm>
            <a:off x="3520427" y="2011708"/>
            <a:ext cx="7761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dealtEvent</a:t>
            </a:r>
            <a:endParaRPr lang="en-US" sz="10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AA9A324-627E-C71C-148B-3BFEB9AC1872}"/>
              </a:ext>
            </a:extLst>
          </p:cNvPr>
          <p:cNvSpPr/>
          <p:nvPr/>
        </p:nvSpPr>
        <p:spPr>
          <a:xfrm>
            <a:off x="2971793" y="2926094"/>
            <a:ext cx="1097280" cy="3657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gathered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211D552-3C5F-C470-FB25-ABBF555CB4F1}"/>
              </a:ext>
            </a:extLst>
          </p:cNvPr>
          <p:cNvCxnSpPr>
            <a:cxnSpLocks/>
            <a:stCxn id="36" idx="2"/>
            <a:endCxn id="40" idx="0"/>
          </p:cNvCxnSpPr>
          <p:nvPr/>
        </p:nvCxnSpPr>
        <p:spPr>
          <a:xfrm>
            <a:off x="3520433" y="2651781"/>
            <a:ext cx="0" cy="274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C5E3346-2330-0D9A-6631-B5E0AFBCFB41}"/>
              </a:ext>
            </a:extLst>
          </p:cNvPr>
          <p:cNvSpPr txBox="1"/>
          <p:nvPr/>
        </p:nvSpPr>
        <p:spPr>
          <a:xfrm>
            <a:off x="3520427" y="2651781"/>
            <a:ext cx="9861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gatheredEvent</a:t>
            </a:r>
            <a:endParaRPr lang="en-US" sz="10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D373E5C-745C-5608-A66A-0BF610458D02}"/>
              </a:ext>
            </a:extLst>
          </p:cNvPr>
          <p:cNvSpPr/>
          <p:nvPr/>
        </p:nvSpPr>
        <p:spPr>
          <a:xfrm>
            <a:off x="2971793" y="3566167"/>
            <a:ext cx="1097280" cy="3657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fanned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42B2F50-BD19-5FBE-4B53-1D563C6FC766}"/>
              </a:ext>
            </a:extLst>
          </p:cNvPr>
          <p:cNvCxnSpPr>
            <a:cxnSpLocks/>
            <a:endCxn id="44" idx="0"/>
          </p:cNvCxnSpPr>
          <p:nvPr/>
        </p:nvCxnSpPr>
        <p:spPr>
          <a:xfrm>
            <a:off x="3520433" y="3291854"/>
            <a:ext cx="0" cy="274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2CA2D14-99AB-AE49-FFB2-A42A74422AD1}"/>
              </a:ext>
            </a:extLst>
          </p:cNvPr>
          <p:cNvSpPr txBox="1"/>
          <p:nvPr/>
        </p:nvSpPr>
        <p:spPr>
          <a:xfrm>
            <a:off x="3520427" y="3291854"/>
            <a:ext cx="8803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fannedEvent</a:t>
            </a:r>
            <a:endParaRPr lang="en-US" sz="10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CF75E0-25AC-5227-FA73-A1CEA0EE08D7}"/>
              </a:ext>
            </a:extLst>
          </p:cNvPr>
          <p:cNvSpPr/>
          <p:nvPr/>
        </p:nvSpPr>
        <p:spPr>
          <a:xfrm>
            <a:off x="2971793" y="4206240"/>
            <a:ext cx="1097280" cy="3657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regathered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9375F34-1D3A-26CA-0045-CB1E47BAEA5B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3520433" y="3931927"/>
            <a:ext cx="0" cy="274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90A7C029-561F-6713-B45A-EC8F94380505}"/>
              </a:ext>
            </a:extLst>
          </p:cNvPr>
          <p:cNvSpPr txBox="1"/>
          <p:nvPr/>
        </p:nvSpPr>
        <p:spPr>
          <a:xfrm>
            <a:off x="3520427" y="3931927"/>
            <a:ext cx="10967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regatheredEvent</a:t>
            </a:r>
            <a:endParaRPr lang="en-US" sz="10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548EFB6-C29D-AEB0-9110-B7F92F48907D}"/>
              </a:ext>
            </a:extLst>
          </p:cNvPr>
          <p:cNvSpPr/>
          <p:nvPr/>
        </p:nvSpPr>
        <p:spPr>
          <a:xfrm>
            <a:off x="2971793" y="4846313"/>
            <a:ext cx="1097280" cy="3657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meldFanned</a:t>
            </a: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915F3E8-32C0-FAE3-D8BC-3C24E2F8E450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3520433" y="4572000"/>
            <a:ext cx="0" cy="274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A887F254-7033-C5CA-B2AC-733E37539F1B}"/>
              </a:ext>
            </a:extLst>
          </p:cNvPr>
          <p:cNvSpPr txBox="1"/>
          <p:nvPr/>
        </p:nvSpPr>
        <p:spPr>
          <a:xfrm>
            <a:off x="3520427" y="4572000"/>
            <a:ext cx="11913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meldFannedEvent</a:t>
            </a:r>
            <a:endParaRPr lang="en-US" sz="10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2534AC3-5AC8-4164-6B9F-E1ABF16C2267}"/>
              </a:ext>
            </a:extLst>
          </p:cNvPr>
          <p:cNvSpPr/>
          <p:nvPr/>
        </p:nvSpPr>
        <p:spPr>
          <a:xfrm>
            <a:off x="2971793" y="5486386"/>
            <a:ext cx="1097280" cy="3657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meldGathered</a:t>
            </a: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8DE08B7-D3CF-2C68-3B2E-3B035A264FFC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3520433" y="5212073"/>
            <a:ext cx="0" cy="274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22705628-050C-6D2A-8E0F-2E772EBB1787}"/>
              </a:ext>
            </a:extLst>
          </p:cNvPr>
          <p:cNvSpPr txBox="1"/>
          <p:nvPr/>
        </p:nvSpPr>
        <p:spPr>
          <a:xfrm>
            <a:off x="3520427" y="5212073"/>
            <a:ext cx="12971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meldGatheredEvent</a:t>
            </a:r>
            <a:endParaRPr lang="en-US" sz="1000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D6DF8A9-197E-D444-F8EA-A2C762120023}"/>
              </a:ext>
            </a:extLst>
          </p:cNvPr>
          <p:cNvCxnSpPr>
            <a:cxnSpLocks/>
            <a:endCxn id="105" idx="3"/>
          </p:cNvCxnSpPr>
          <p:nvPr/>
        </p:nvCxnSpPr>
        <p:spPr>
          <a:xfrm flipH="1">
            <a:off x="4069073" y="8229558"/>
            <a:ext cx="10058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6C55D919-13E6-9AD0-A905-87D2D4299752}"/>
              </a:ext>
            </a:extLst>
          </p:cNvPr>
          <p:cNvSpPr/>
          <p:nvPr/>
        </p:nvSpPr>
        <p:spPr>
          <a:xfrm>
            <a:off x="2971793" y="6126459"/>
            <a:ext cx="1097280" cy="3657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refanned</a:t>
            </a: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3629ACC-F45A-07D6-4F98-8456FF768E22}"/>
              </a:ext>
            </a:extLst>
          </p:cNvPr>
          <p:cNvCxnSpPr>
            <a:cxnSpLocks/>
            <a:endCxn id="61" idx="0"/>
          </p:cNvCxnSpPr>
          <p:nvPr/>
        </p:nvCxnSpPr>
        <p:spPr>
          <a:xfrm>
            <a:off x="3520433" y="5852146"/>
            <a:ext cx="0" cy="274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AF91781B-2C83-0F26-1F41-440C037343A3}"/>
              </a:ext>
            </a:extLst>
          </p:cNvPr>
          <p:cNvSpPr txBox="1"/>
          <p:nvPr/>
        </p:nvSpPr>
        <p:spPr>
          <a:xfrm>
            <a:off x="3520427" y="5852146"/>
            <a:ext cx="9909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refannedEvent</a:t>
            </a:r>
            <a:endParaRPr lang="en-US" sz="100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1123C92-D2A5-F2DF-3953-B871A11DB590}"/>
              </a:ext>
            </a:extLst>
          </p:cNvPr>
          <p:cNvSpPr/>
          <p:nvPr/>
        </p:nvSpPr>
        <p:spPr>
          <a:xfrm>
            <a:off x="2971793" y="6766532"/>
            <a:ext cx="1097280" cy="3657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trickPlayed</a:t>
            </a: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1433E4C-4FDC-7D4F-E5C6-03A8FD31DFAD}"/>
              </a:ext>
            </a:extLst>
          </p:cNvPr>
          <p:cNvCxnSpPr>
            <a:cxnSpLocks/>
            <a:endCxn id="64" idx="0"/>
          </p:cNvCxnSpPr>
          <p:nvPr/>
        </p:nvCxnSpPr>
        <p:spPr>
          <a:xfrm>
            <a:off x="3520433" y="6492219"/>
            <a:ext cx="0" cy="274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0084BE3-6DF8-4042-201F-333A0BBDB95B}"/>
              </a:ext>
            </a:extLst>
          </p:cNvPr>
          <p:cNvSpPr txBox="1"/>
          <p:nvPr/>
        </p:nvSpPr>
        <p:spPr>
          <a:xfrm>
            <a:off x="3520427" y="6492219"/>
            <a:ext cx="11176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cardPlayedEvent</a:t>
            </a:r>
            <a:endParaRPr lang="en-US" sz="1000" dirty="0"/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B51AE4F-E03D-9100-5D25-82CD425FD826}"/>
              </a:ext>
            </a:extLst>
          </p:cNvPr>
          <p:cNvCxnSpPr>
            <a:cxnSpLocks/>
          </p:cNvCxnSpPr>
          <p:nvPr/>
        </p:nvCxnSpPr>
        <p:spPr>
          <a:xfrm flipH="1">
            <a:off x="2824928" y="6583658"/>
            <a:ext cx="69549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6DE10528-C7C2-2811-28DE-CBDCBAFEBE91}"/>
              </a:ext>
            </a:extLst>
          </p:cNvPr>
          <p:cNvCxnSpPr>
            <a:cxnSpLocks/>
          </p:cNvCxnSpPr>
          <p:nvPr/>
        </p:nvCxnSpPr>
        <p:spPr>
          <a:xfrm>
            <a:off x="2824928" y="6309339"/>
            <a:ext cx="0" cy="9143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6F4D067C-E6CF-FB19-C418-5946B4407BF2}"/>
              </a:ext>
            </a:extLst>
          </p:cNvPr>
          <p:cNvCxnSpPr>
            <a:cxnSpLocks/>
            <a:endCxn id="61" idx="1"/>
          </p:cNvCxnSpPr>
          <p:nvPr/>
        </p:nvCxnSpPr>
        <p:spPr>
          <a:xfrm>
            <a:off x="2824928" y="6309339"/>
            <a:ext cx="1468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4CC41475-ADFA-3927-C72D-AE31FD98DC6B}"/>
              </a:ext>
            </a:extLst>
          </p:cNvPr>
          <p:cNvSpPr/>
          <p:nvPr/>
        </p:nvSpPr>
        <p:spPr>
          <a:xfrm>
            <a:off x="2971793" y="7406605"/>
            <a:ext cx="1097280" cy="3657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trickViewed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EB30370-58C9-6995-0D47-BE42BABB8A2D}"/>
              </a:ext>
            </a:extLst>
          </p:cNvPr>
          <p:cNvSpPr txBox="1"/>
          <p:nvPr/>
        </p:nvSpPr>
        <p:spPr>
          <a:xfrm>
            <a:off x="3520427" y="7132292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trickViewedEvent</a:t>
            </a:r>
            <a:endParaRPr lang="en-US" sz="1000" dirty="0"/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FC9BAB50-0A24-3647-42A3-75B486F5BDA1}"/>
              </a:ext>
            </a:extLst>
          </p:cNvPr>
          <p:cNvCxnSpPr>
            <a:cxnSpLocks/>
            <a:stCxn id="64" idx="2"/>
            <a:endCxn id="100" idx="0"/>
          </p:cNvCxnSpPr>
          <p:nvPr/>
        </p:nvCxnSpPr>
        <p:spPr>
          <a:xfrm>
            <a:off x="3520433" y="7132292"/>
            <a:ext cx="0" cy="274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2635822B-D23B-2EB2-6BC6-F712AF63F288}"/>
              </a:ext>
            </a:extLst>
          </p:cNvPr>
          <p:cNvSpPr/>
          <p:nvPr/>
        </p:nvSpPr>
        <p:spPr>
          <a:xfrm>
            <a:off x="2971793" y="8046678"/>
            <a:ext cx="1097280" cy="3657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handEnded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830C855-B33B-59A4-DA9F-2E740B5FBF50}"/>
              </a:ext>
            </a:extLst>
          </p:cNvPr>
          <p:cNvSpPr txBox="1"/>
          <p:nvPr/>
        </p:nvSpPr>
        <p:spPr>
          <a:xfrm>
            <a:off x="3520427" y="7772365"/>
            <a:ext cx="11272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handEndedEvent</a:t>
            </a:r>
            <a:endParaRPr lang="en-US" sz="1000" dirty="0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8FF0790-A22F-911D-9F84-6649131D6F7C}"/>
              </a:ext>
            </a:extLst>
          </p:cNvPr>
          <p:cNvCxnSpPr>
            <a:cxnSpLocks/>
            <a:endCxn id="105" idx="0"/>
          </p:cNvCxnSpPr>
          <p:nvPr/>
        </p:nvCxnSpPr>
        <p:spPr>
          <a:xfrm>
            <a:off x="3520433" y="7772365"/>
            <a:ext cx="0" cy="274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DF4B9C5D-33D9-B990-4125-59081D8F9DBC}"/>
              </a:ext>
            </a:extLst>
          </p:cNvPr>
          <p:cNvCxnSpPr>
            <a:cxnSpLocks/>
          </p:cNvCxnSpPr>
          <p:nvPr/>
        </p:nvCxnSpPr>
        <p:spPr>
          <a:xfrm flipH="1">
            <a:off x="2824928" y="7223731"/>
            <a:ext cx="69549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FAF3E2F5-285F-67E4-E3A8-5708EFC1DD38}"/>
              </a:ext>
            </a:extLst>
          </p:cNvPr>
          <p:cNvSpPr txBox="1"/>
          <p:nvPr/>
        </p:nvSpPr>
        <p:spPr>
          <a:xfrm>
            <a:off x="4030607" y="4782974"/>
            <a:ext cx="4956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(toss)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4774FA5F-B210-44D8-3096-5FA759660A81}"/>
              </a:ext>
            </a:extLst>
          </p:cNvPr>
          <p:cNvCxnSpPr>
            <a:cxnSpLocks/>
          </p:cNvCxnSpPr>
          <p:nvPr/>
        </p:nvCxnSpPr>
        <p:spPr>
          <a:xfrm flipH="1">
            <a:off x="4069061" y="5029195"/>
            <a:ext cx="100584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48FD48C0-88FE-5093-1B68-7A79E2B07062}"/>
              </a:ext>
            </a:extLst>
          </p:cNvPr>
          <p:cNvCxnSpPr>
            <a:cxnSpLocks/>
          </p:cNvCxnSpPr>
          <p:nvPr/>
        </p:nvCxnSpPr>
        <p:spPr>
          <a:xfrm>
            <a:off x="5074902" y="5029195"/>
            <a:ext cx="0" cy="320036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0FC1D692-FEAA-3F4C-1CB8-370A7BAC2310}"/>
              </a:ext>
            </a:extLst>
          </p:cNvPr>
          <p:cNvCxnSpPr>
            <a:cxnSpLocks/>
          </p:cNvCxnSpPr>
          <p:nvPr/>
        </p:nvCxnSpPr>
        <p:spPr>
          <a:xfrm flipH="1">
            <a:off x="1965976" y="8229560"/>
            <a:ext cx="100581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3C162C4D-CE8B-0BE6-B118-DBC4FF5922D8}"/>
              </a:ext>
            </a:extLst>
          </p:cNvPr>
          <p:cNvCxnSpPr>
            <a:cxnSpLocks/>
          </p:cNvCxnSpPr>
          <p:nvPr/>
        </p:nvCxnSpPr>
        <p:spPr>
          <a:xfrm>
            <a:off x="1965976" y="1828830"/>
            <a:ext cx="0" cy="64007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7AF03EB1-8774-A217-9B14-A07D589FBF8A}"/>
              </a:ext>
            </a:extLst>
          </p:cNvPr>
          <p:cNvCxnSpPr>
            <a:cxnSpLocks/>
            <a:stCxn id="105" idx="2"/>
          </p:cNvCxnSpPr>
          <p:nvPr/>
        </p:nvCxnSpPr>
        <p:spPr>
          <a:xfrm>
            <a:off x="3520433" y="8412438"/>
            <a:ext cx="0" cy="27431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79E7F92E-3ED3-4C9C-DF75-B34BB8C96157}"/>
              </a:ext>
            </a:extLst>
          </p:cNvPr>
          <p:cNvCxnSpPr>
            <a:cxnSpLocks/>
          </p:cNvCxnSpPr>
          <p:nvPr/>
        </p:nvCxnSpPr>
        <p:spPr>
          <a:xfrm flipH="1">
            <a:off x="228623" y="8686755"/>
            <a:ext cx="329180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0890495F-39DF-D02F-1DB3-37770E46B1E3}"/>
              </a:ext>
            </a:extLst>
          </p:cNvPr>
          <p:cNvCxnSpPr>
            <a:cxnSpLocks/>
          </p:cNvCxnSpPr>
          <p:nvPr/>
        </p:nvCxnSpPr>
        <p:spPr>
          <a:xfrm>
            <a:off x="228623" y="823001"/>
            <a:ext cx="0" cy="786375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B4A4507D-DD9D-1A8A-61B5-A9DD216B1A3A}"/>
              </a:ext>
            </a:extLst>
          </p:cNvPr>
          <p:cNvCxnSpPr>
            <a:cxnSpLocks/>
          </p:cNvCxnSpPr>
          <p:nvPr/>
        </p:nvCxnSpPr>
        <p:spPr>
          <a:xfrm>
            <a:off x="228623" y="823001"/>
            <a:ext cx="32918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6" name="Flowchart: Terminator 135">
            <a:extLst>
              <a:ext uri="{FF2B5EF4-FFF2-40B4-BE49-F238E27FC236}">
                <a16:creationId xmlns:a16="http://schemas.microsoft.com/office/drawing/2014/main" id="{EA13B647-F1D1-EF0B-D013-B6F653E1CEA2}"/>
              </a:ext>
            </a:extLst>
          </p:cNvPr>
          <p:cNvSpPr/>
          <p:nvPr/>
        </p:nvSpPr>
        <p:spPr>
          <a:xfrm>
            <a:off x="3246110" y="457245"/>
            <a:ext cx="548634" cy="182878"/>
          </a:xfrm>
          <a:prstGeom prst="flowChartTermina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3E0D1B7A-1816-663C-F40D-7136466EBAF7}"/>
              </a:ext>
            </a:extLst>
          </p:cNvPr>
          <p:cNvSpPr txBox="1"/>
          <p:nvPr/>
        </p:nvSpPr>
        <p:spPr>
          <a:xfrm>
            <a:off x="3481985" y="8412438"/>
            <a:ext cx="8306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(game over)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E94B99B-F850-F0DC-1AAD-BDB8052A93A7}"/>
              </a:ext>
            </a:extLst>
          </p:cNvPr>
          <p:cNvSpPr txBox="1"/>
          <p:nvPr/>
        </p:nvSpPr>
        <p:spPr>
          <a:xfrm>
            <a:off x="1965976" y="7983339"/>
            <a:ext cx="10390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(game not over)</a:t>
            </a:r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4BE30CB5-94F5-BFC7-EEC3-567001BBD62F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960151" y="1371639"/>
            <a:ext cx="0" cy="4571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8396CB5A-68E7-3264-137C-7E9039047B16}"/>
              </a:ext>
            </a:extLst>
          </p:cNvPr>
          <p:cNvCxnSpPr>
            <a:cxnSpLocks/>
          </p:cNvCxnSpPr>
          <p:nvPr/>
        </p:nvCxnSpPr>
        <p:spPr>
          <a:xfrm>
            <a:off x="6080731" y="1371635"/>
            <a:ext cx="0" cy="4571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35D140D8-3C3D-04B0-F6DC-98F7D27198CF}"/>
              </a:ext>
            </a:extLst>
          </p:cNvPr>
          <p:cNvSpPr txBox="1"/>
          <p:nvPr/>
        </p:nvSpPr>
        <p:spPr>
          <a:xfrm>
            <a:off x="3172783" y="6536217"/>
            <a:ext cx="383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(4x)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AFAC5DD3-E92C-D9AD-F443-F8BAE0FADF41}"/>
              </a:ext>
            </a:extLst>
          </p:cNvPr>
          <p:cNvSpPr txBox="1"/>
          <p:nvPr/>
        </p:nvSpPr>
        <p:spPr>
          <a:xfrm>
            <a:off x="3110950" y="7176025"/>
            <a:ext cx="4523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(20x)</a:t>
            </a:r>
          </a:p>
        </p:txBody>
      </p:sp>
    </p:spTree>
    <p:extLst>
      <p:ext uri="{BB962C8B-B14F-4D97-AF65-F5344CB8AC3E}">
        <p14:creationId xmlns:p14="http://schemas.microsoft.com/office/powerpoint/2010/main" val="3671385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</TotalTime>
  <Words>48</Words>
  <Application>Microsoft Office PowerPoint</Application>
  <PresentationFormat>Letter Paper (8.5x11 in)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and Catherine Salzman</dc:creator>
  <cp:lastModifiedBy>David and Catherine Salzman</cp:lastModifiedBy>
  <cp:revision>1</cp:revision>
  <dcterms:created xsi:type="dcterms:W3CDTF">2026-01-22T20:15:45Z</dcterms:created>
  <dcterms:modified xsi:type="dcterms:W3CDTF">2026-01-22T21:58:31Z</dcterms:modified>
</cp:coreProperties>
</file>